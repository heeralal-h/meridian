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6B7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D8674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" y="1348740"/>
            <a:ext cx="137160" cy="137160"/>
          </a:xfrm>
          <a:prstGeom prst="ellipse">
            <a:avLst/>
          </a:prstGeom>
          <a:solidFill>
            <a:srgbClr val="D867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ward &amp; outpatient management console for admins, doctors and patients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entirely in the browser.</a:t>
            </a:r>
            <a:endParaRPr lang="en-US" sz="1400" dirty="0"/>
          </a:p>
        </p:txBody>
      </p:sp>
      <p:pic>
        <p:nvPicPr>
          <p:cNvPr id="8" name="Image 0" descr="/home/claude/ppt/assets/hero_vitals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5806440"/>
            <a:ext cx="12161520" cy="960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4892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·  CSS  ·  JAVASCRIPT  ·  NO BACKEND REQUIRED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Hospitals still run the front desk on paper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sticky notes and phone calls make it hard to know who's booked in, which beds are free, or what a doctor's day actually looks like. Front-desk staff, doctors and patients all see a different, incomplete picture.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300984"/>
            <a:ext cx="82296" cy="457200"/>
          </a:xfrm>
          <a:prstGeom prst="rect">
            <a:avLst>
              <a:gd name="adj" fmla="val 22222"/>
            </a:avLst>
          </a:prstGeom>
          <a:solidFill>
            <a:srgbClr val="D867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461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source of truth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5570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doctor and bed records live in different notebooks and spreadsheets.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261104"/>
            <a:ext cx="82296" cy="457200"/>
          </a:xfrm>
          <a:prstGeom prst="rect">
            <a:avLst>
              <a:gd name="adj" fmla="val 22222"/>
            </a:avLst>
          </a:prstGeom>
          <a:solidFill>
            <a:srgbClr val="D8674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062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collisions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5171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get double-booked with no shared calendar to check against.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5221224"/>
            <a:ext cx="82296" cy="457200"/>
          </a:xfrm>
          <a:prstGeom prst="rect">
            <a:avLst>
              <a:gd name="adj" fmla="val 22222"/>
            </a:avLst>
          </a:prstGeom>
          <a:solidFill>
            <a:srgbClr val="D8674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1663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visibility for patients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4772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have no way to see their own appointments or history.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60920" y="1691640"/>
            <a:ext cx="4160520" cy="4343400"/>
          </a:xfrm>
          <a:prstGeom prst="roundRect">
            <a:avLst>
              <a:gd name="adj" fmla="val 3077"/>
            </a:avLst>
          </a:prstGeom>
          <a:solidFill>
            <a:srgbClr val="0F5257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SHARED SYSTEM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0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doctor is free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3 PM tomorrow?”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8096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every front desk asks — and today, answering it means flipping through paper.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0" y="4800600"/>
            <a:ext cx="3566160" cy="0"/>
          </a:xfrm>
          <a:prstGeom prst="line">
            <a:avLst/>
          </a:prstGeom>
          <a:noFill/>
          <a:ln w="12700">
            <a:solidFill>
              <a:srgbClr val="146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5029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replaces all of it with one console.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console. Every role.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gives admins, doctors and patients a shared, role-aware view of the same data — patients, doctors, appointments and ward beds — updated the moment anyone makes a change.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90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 tailored to admins, doctors and patients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67588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570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the browser — no server or database setup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2428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239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self-register and book their own appointments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051560"/>
            <a:ext cx="55321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sx="100000" sy="100000" kx="0" ky="0" algn="bl" rotWithShape="0" blurRad="228600" dist="76200" dir="5400000">
              <a:srgbClr val="0F5257">
                <a:alpha val="25000"/>
              </a:srgbClr>
            </a:outerShdw>
          </a:effectLst>
        </p:spPr>
      </p:sp>
      <p:pic>
        <p:nvPicPr>
          <p:cNvPr id="12" name="Image 0" descr="/home/claude/ppt/assets/dashboard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143000"/>
            <a:ext cx="5349240" cy="5074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modules, working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AF8"/>
          </a:solidFill>
          <a:ln/>
        </p:spPr>
      </p:sp>
      <p:pic>
        <p:nvPicPr>
          <p:cNvPr id="5" name="Image 0" descr="/home/claude/ppt/assets/icon_pat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28216" y="2157984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Records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28216" y="2505456"/>
            <a:ext cx="3849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Admit, search and update patient details — condition, blood group, contact and admission date.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828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AF8"/>
          </a:solidFill>
          <a:ln/>
        </p:spPr>
      </p:sp>
      <p:pic>
        <p:nvPicPr>
          <p:cNvPr id="9" name="Image 1" descr="/home/claude/ppt/assets/icon_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43216" y="2157984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Directory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443216" y="2505456"/>
            <a:ext cx="3849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staff profiles by department, experience and contact — browsable by patients too.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2062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AF8"/>
          </a:solidFill>
          <a:ln/>
        </p:spPr>
      </p:sp>
      <p:pic>
        <p:nvPicPr>
          <p:cNvPr id="13" name="Image 2" descr="/home/claude/ppt/assets/icon_appoint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28216" y="4535424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728216" y="4882896"/>
            <a:ext cx="3849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complete or cancel visits with a shared calendar so nothing double-books.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55080" y="42062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3FAF8"/>
          </a:solidFill>
          <a:ln/>
        </p:spPr>
      </p:sp>
      <p:pic>
        <p:nvPicPr>
          <p:cNvPr id="17" name="Image 3" descr="/home/claude/ppt/assets/icon_b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720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43216" y="4535424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 Beds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443216" y="4882896"/>
            <a:ext cx="3849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grid of every ward — click a bed to mark it free or occupied in real time.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5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three different logins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sees exactly what its role needs — nothing more.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46B70"/>
          </a:solidFill>
          <a:ln/>
        </p:spPr>
      </p:sp>
      <p:pic>
        <p:nvPicPr>
          <p:cNvPr id="6" name="Image 0" descr="/home/claude/ppt/assets/icon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patient &amp; doctor CRUD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43159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all appointments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488289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bed control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0574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46B70"/>
          </a:solidFill>
          <a:ln/>
        </p:spPr>
      </p:sp>
      <p:pic>
        <p:nvPicPr>
          <p:cNvPr id="12" name="Image 1" descr="/home/claude/ppt/assets/icon_do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37744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200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09160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their own schedule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9160" y="43159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/ cancels visits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09160" y="488289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assigned patients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05740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146B70"/>
          </a:solidFill>
          <a:ln/>
        </p:spPr>
      </p:sp>
      <p:pic>
        <p:nvPicPr>
          <p:cNvPr id="18" name="Image 2" descr="/home/claude/ppt/assets/icon_pati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377440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3200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458200" y="37490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Self-registers an account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58200" y="43159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their own visits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458200" y="488289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the doctor directory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number, one glance away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someone signs in, Meridian tallies patients, doctors, today's appointments and ward capacity — recalculated live from whatever's been entered, no page reload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3FAF8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3FAF8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4904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3FAF8"/>
          </a:solidFill>
          <a:ln w="12700">
            <a:solidFill>
              <a:srgbClr val="DCE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62940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81160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5257"/>
          </a:solidFill>
          <a:ln w="12700">
            <a:solidFill>
              <a:srgbClr val="0F52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22/34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50976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beds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1200" dirty="0"/>
          </a:p>
        </p:txBody>
      </p:sp>
      <p:pic>
        <p:nvPicPr>
          <p:cNvPr id="17" name="Image 0" descr="/home/claude/ppt/assets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7492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34440" y="5120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its own version of this view — a doctor's dashboard totals only their own visits; a patient's shows only their own bookings.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in, sign up, stay in your lane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931920" cy="4297680"/>
          </a:xfrm>
          <a:prstGeom prst="roundRect">
            <a:avLst>
              <a:gd name="adj" fmla="val 3256"/>
            </a:avLst>
          </a:prstGeom>
          <a:solidFill>
            <a:srgbClr val="0F5257"/>
          </a:solidFill>
          <a:ln/>
        </p:spPr>
      </p:sp>
      <p:pic>
        <p:nvPicPr>
          <p:cNvPr id="5" name="Image 0" descr="/home/claude/ppt/assets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017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Role-checked at every login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3657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matched against the selected role tab, so an account can only sign in the way it was created.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4937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branded splash screen greets every visit before handing off to sign-in.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937760" y="1828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signup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37760" y="21945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doctors create their own account — the matching patient or doctor record is generated automatically.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0" y="3154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persistence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37760" y="3520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signed-in session is remembered in the browser, so reloading the page doesn't sign anyone out.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4480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permissions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4846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admins can edit or remove patient and doctor records; doctors and patients get read or self-only access.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design system built for the clinic, not a template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F525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teal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#0F5257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18745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3E8C8C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teal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2608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#3E8C8C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8745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7F3EF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tint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7492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#E7F3EF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18745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#E8A33D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18745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D8674F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33375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726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#D8674F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881360" cy="0"/>
          </a:xfrm>
          <a:prstGeom prst="line">
            <a:avLst/>
          </a:prstGeom>
          <a:noFill/>
          <a:ln w="12700">
            <a:solidFill>
              <a:srgbClr val="DCE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52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Fraunces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headings — warm, editorial serif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440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 /  JetBrains Mono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and data — clean, highly legible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MOTIF</a:t>
            </a:r>
            <a:endParaRPr lang="en-US" sz="1100" dirty="0"/>
          </a:p>
        </p:txBody>
      </p:sp>
      <p:pic>
        <p:nvPicPr>
          <p:cNvPr id="26" name="Image 0" descr="/home/claude/ppt/assets/hero_vit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4617720"/>
            <a:ext cx="3931920" cy="6858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846320" y="5394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“vitals line” divider — one wave, used consistently across the dashboard and this deck.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189720" y="420624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3FAF8"/>
          </a:solidFill>
          <a:ln w="12700">
            <a:solidFill>
              <a:srgbClr val="DCE6E2"/>
            </a:solidFill>
            <a:prstDash val="solid"/>
          </a:ln>
        </p:spPr>
      </p:sp>
      <p:pic>
        <p:nvPicPr>
          <p:cNvPr id="29" name="Image 1" descr="/home/claude/ppt/assets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4434840"/>
            <a:ext cx="502920" cy="5029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464040" y="50292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cards, soft shadows, calm mint backgrounds throughout.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5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files. Zero backend.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is a static site — open index.html and it runs, in VS Code or any browser.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46B70"/>
          </a:solidFill>
          <a:ln/>
        </p:spPr>
      </p:sp>
      <p:pic>
        <p:nvPicPr>
          <p:cNvPr id="6" name="Image 0" descr="/home/claude/ppt/assets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for the login, dashboard and every role-based view.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2044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46B70"/>
          </a:solidFill>
          <a:ln/>
        </p:spPr>
      </p:sp>
      <p:pic>
        <p:nvPicPr>
          <p:cNvPr id="10" name="Image 1" descr="/home/claude/ppt/assets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5603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94760" y="37490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 for theming, plus responsive breakpoints down to mobile.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46B70"/>
          </a:solidFill>
          <a:ln/>
        </p:spPr>
      </p:sp>
      <p:pic>
        <p:nvPicPr>
          <p:cNvPr id="14" name="Image 2" descr="/home/claude/ppt/assets/icon_appoint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5603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0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JavaScript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675120" y="37490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auth, navigation and all CRUD logic — no framework required.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281160" y="22860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46B70"/>
          </a:solidFill>
          <a:ln/>
        </p:spPr>
      </p:sp>
      <p:pic>
        <p:nvPicPr>
          <p:cNvPr id="18" name="Image 3" descr="/home/claude/ppt/assets/icon_b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256032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55480" y="32461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localStorage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555480" y="374904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patient, doctor, appointment and bed persists between visits.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9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52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754880" cy="4754880"/>
          </a:xfrm>
          <a:prstGeom prst="ellipse">
            <a:avLst/>
          </a:prstGeom>
          <a:solidFill>
            <a:srgbClr val="146B7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D8674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0100" y="203454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make the front desk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like one system, not five.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— WARD &amp; OUTPATIENT MANAGEMENT CONSOLE</a:t>
            </a:r>
            <a:endParaRPr lang="en-US" sz="1200" dirty="0"/>
          </a:p>
        </p:txBody>
      </p:sp>
      <p:pic>
        <p:nvPicPr>
          <p:cNvPr id="7" name="Image 0" descr="/home/claude/ppt/assets/hero_vitals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0" y="5806440"/>
            <a:ext cx="12161520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4617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F3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2026-07-11T06:11:39Z</dcterms:created>
  <dcterms:modified xsi:type="dcterms:W3CDTF">2026-07-11T06:11:39Z</dcterms:modified>
</cp:coreProperties>
</file>